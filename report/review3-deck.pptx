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24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we're presenting implementation progress, interim results, and the changes made in response to Review 2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open with the panel's own feedback to show we listened.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 full minute here — this is the follow-up mark. The GAN is a verification signal, image-only, behind the same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difference between the workflows is the signal list. Enforced by a registry, so the codebase never forks.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is the answer key a real auditor never has; we use it only to score. If the auditor read it the audit would be circular.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half-implementation Review 3 expects. Remaining methods/signals are designed against frozen interfaces for Review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LiRA carries thesis claim #1 (per-example beats aggregate). GAN is the image-native signal from the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an honest reconstruction attack. It reuses MIA's confidence machinery, so it sits in the same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+0.226 gap proves the setup works. Accuracy rewards the cheater — the strongest motivation for real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clean, forging = original, LiRA &gt; MIA. Per-example evidence beats the average — thesis claim #1.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GAN caveat out loud — the column reads high even for Gold. Prototype, not a finished discriminator.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 GAN deliverable regardless of the AUC — recognisable reconstructions of forgotten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GAN caveat proactively — it shows you understand your own method. The regime point shows methodological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of real engineering and refinement, not smooth sailing.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states their own line — the panel grades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AI-disclosure sentence out loud — the guidelines require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to Q&amp;A — use the drill sheet; each member defends their own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 ·  REVIEW 3  ·  BCSE497J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Machine Unlearning in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 AI Systems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Multi-Metric Framework  —  implementation progress &amp; interim results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3657600" cy="0"/>
          </a:xfrm>
          <a:prstGeom prst="line">
            <a:avLst/>
          </a:prstGeom>
          <a:noFill/>
          <a:ln w="25400">
            <a:solidFill>
              <a:srgbClr val="2A3A7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5262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Kanishka Mohankumar  23BDS1007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Venkatesan  23BDS1056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Brijesh T A  23BDS1122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[name]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8249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Review 2 feedback — the GAN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46888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40864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built: one framework, two workflows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25526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127248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signals &amp; the GAN reconstruction signal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404164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913632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results — failure matrices &amp; reconstructions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70001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2803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700016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challenges &amp; individual contributions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561441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5614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486400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Review 4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to Review 2 feedback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“Incorporate a GAN for the image-based datasets.”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GAN-based reconstruction attack as a new IMAGE-only verification signal — behind the same interface as our other signals.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multi-metric framework gaining a metric — not a bolt-on.”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76672" cy="28346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sets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8346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workflow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 ·  LiRA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workflow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C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 ·  LiRA  ·  GAN reconstruction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framework, two workflows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harness, same interfaces, same scoring — only the signal set differs.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Tabular workflow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Purchase-100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LiRA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6596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0E7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65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workflow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8346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· CIFAR-10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SmallCNN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LiRA · GAN reconstruction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GAN signal is image-only — nothing to reconstruct in tabular data — so it lives in the image workflow and nowhere else.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measurement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196596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16736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/ Forget / Test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2286000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61488" y="228600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9584" y="196596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2697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871216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Gold (answer key)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286000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974336" y="228600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42432" y="196596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42432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74336" y="2697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Unlearn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084064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/ lazy / forging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04304" y="2286000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187184" y="228600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0" y="196596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87184" y="2697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run BLIND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2286000"/>
            <a:ext cx="256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400032" y="228600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68128" y="196596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8128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400032" y="2697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vs ground truth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5720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play all three parties — owner, provider, auditor — so we always know the right answer and can grade the auditor. The auditor never reads ground truth (enforced in code).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 ·  ~50%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implemented this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55648"/>
            <a:ext cx="420624" cy="42062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554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+ single-source-of-truth data split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2784" y="1755648"/>
            <a:ext cx="420624" cy="42062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1554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(tabular) + SmallCNN (image) models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2715768"/>
            <a:ext cx="420624" cy="42062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514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unlearning — honest / lazy / forging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5146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2715768"/>
            <a:ext cx="420624" cy="42062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2784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514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verification signals: MIA, LiRA, GAN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675888"/>
            <a:ext cx="420624" cy="42062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prior for the image workflow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26480" y="347472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2784" y="3675888"/>
            <a:ext cx="420624" cy="42062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72784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Failure-matrix driver + AUC / TPR@low-FPR scoring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" y="4636008"/>
            <a:ext cx="420624" cy="42062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4434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test suites green (spine, training, unlearn, verify, gan)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126480" y="443484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72784" y="4636008"/>
            <a:ext cx="420624" cy="42062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72784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39712" y="4434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on Purchase-100 and Fashion-MNIST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verification signals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9312" cy="3566160"/>
          </a:xfrm>
          <a:prstGeom prst="roundRect">
            <a:avLst>
              <a:gd name="adj" fmla="val 205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MIA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level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8036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model still confident on the forget set vs held-out test? Cheap; but an average can hide an exposed tail.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70248" y="1600200"/>
            <a:ext cx="3639312" cy="3566160"/>
          </a:xfrm>
          <a:prstGeom prst="roundRect">
            <a:avLst>
              <a:gd name="adj" fmla="val 205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60020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0E7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71416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Per-example LiRA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records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288036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models give an OUT distribution per record; the target's confidence is scored against it. Catches the tail MIA misses.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91856" y="1600200"/>
            <a:ext cx="3639312" cy="3566160"/>
          </a:xfrm>
          <a:prstGeom prst="roundRect">
            <a:avLst>
              <a:gd name="adj" fmla="val 205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91856" y="1600200"/>
            <a:ext cx="3639312" cy="777240"/>
          </a:xfrm>
          <a:prstGeom prst="roundRect">
            <a:avLst>
              <a:gd name="adj" fmla="val 9412"/>
            </a:avLst>
          </a:prstGeom>
          <a:solidFill>
            <a:srgbClr val="8A4F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93024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reconstruction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Image-only (NEW)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88036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a DCGAN to reconstruct a query image; score the model's confidence on it. The Review-2 feedback signal.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GAN reconstruction signal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196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DCGAN  —  </a:t>
            </a:r>
            <a:pPr indent="0" marL="0">
              <a:buNone/>
            </a:pPr>
            <a:r>
              <a:rPr lang="en-US" sz="15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retain images → a manifold G(z) of realistic images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87121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51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the GAN  —  </a:t>
            </a:r>
            <a:pPr indent="0" marL="0">
              <a:buNone/>
            </a:pPr>
            <a:r>
              <a:rPr lang="en-US" sz="15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z so G(z) matches a forgotten image → reconstruction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92277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03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 —  </a:t>
            </a:r>
            <a:pPr indent="0" marL="0">
              <a:buNone/>
            </a:pPr>
            <a:r>
              <a:rPr lang="en-US" sz="15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model's confidence on that reconstruction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412480" y="1600200"/>
            <a:ext cx="3227832" cy="3246120"/>
          </a:xfrm>
          <a:prstGeom prst="roundRect">
            <a:avLst>
              <a:gd name="adj" fmla="val 2266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41080" y="19202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memorised a record stays confident on its reconstruction; one that never saw it does not.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703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same confidence measure as MIA → directly comparable in the matrix.  (cf. arXiv 2405.20272)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the memorisation signal (Purchase-100)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+0.226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forget-set memorisation of the Original above the Gold model — the gap the auditor must detect and a forger must hide.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73836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194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94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194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738360" y="21945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3836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FT-honest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32004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FT-lazy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+0.187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FT-forging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4892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Gold forgets AND keeps utility. Plain accuracy misleads: the forging model looks BETTER on test than the honest one.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matrix — Purchase-100 (tabular)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737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737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042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(forgotten)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63824" y="2350008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1F9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163824" y="235000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66944" y="2350008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1F9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266944" y="235000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8712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(before)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63824" y="2916936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163824" y="2916936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66944" y="2916936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266944" y="2916936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4381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honest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63824" y="3483864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163824" y="3483864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66944" y="3483864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266944" y="3483864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0050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lazy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63824" y="4050792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3163824" y="40507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66944" y="4050792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266944" y="405079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572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forging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63824" y="4617720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3163824" y="461772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66944" y="4617720"/>
            <a:ext cx="1993392" cy="475488"/>
          </a:xfrm>
          <a:prstGeom prst="roundRect">
            <a:avLst>
              <a:gd name="adj" fmla="val 961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5266944" y="461772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55280" y="1920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F9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45820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(~0.5)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955280" y="24688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84582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955280" y="30175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845820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remembered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= AUC, mean over 3 seeds (std ≤ 0.01; higher = still identifiable). Gold is clean; forging equals the Original exactly; LiRA is stronger than aggregate MIA.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matrix — Fashion-MNIST (image)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737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737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737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recon.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042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(forgotten)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80944" y="2350008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1F9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80944" y="235000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35424" y="2350008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1F9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35424" y="235000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9904" y="2350008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1F9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089904" y="235000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712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(before)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80944" y="2916936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980944" y="291693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35424" y="2916936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535424" y="291693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9904" y="2916936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089904" y="2916936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4381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honest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80944" y="3483864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1F9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2980944" y="348386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35424" y="3483864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535424" y="348386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9904" y="3483864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089904" y="348386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0050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lazy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980944" y="4050792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2980944" y="405079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35424" y="4050792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4535424" y="405079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89904" y="4050792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1F9D6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6089904" y="405079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572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forging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980944" y="4617720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2980944" y="461772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35424" y="4617720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D6455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4535424" y="461772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89904" y="4617720"/>
            <a:ext cx="1444752" cy="475488"/>
          </a:xfrm>
          <a:prstGeom prst="roundRect">
            <a:avLst>
              <a:gd name="adj" fmla="val 9615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6089904" y="461772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Memorisation gap +0.115 (overfitting regime; mean over 3 seeds). Ordering honest &lt; lazy &lt; forging ≈ original holds; LiRA again strongest.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0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column ≈ 0.5 for every model incl. Gold — no clean separation. A first calibration (removing per-class difficulty) confirms this; full calibration is Review-4 work.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reconstruction of forgotten images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true forgotten Fashion-MNIST items.   Bottom: DCGAN reconstructions.</a:t>
            </a:r>
            <a:endParaRPr lang="en-US" sz="1500" dirty="0"/>
          </a:p>
        </p:txBody>
      </p:sp>
      <p:pic>
        <p:nvPicPr>
          <p:cNvPr id="5" name="Image 0" descr="/home/claude/rec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965960"/>
            <a:ext cx="10607040" cy="30305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08023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reconstructs data the model was asked to forget — the visual basis of the reconstruction attack.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honest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LiRA &gt; aggregate MIA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per-example evidence detects residual influence the average misses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rewards the cheater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forging model looks better on test than the honest one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Memorisation regime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69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exist only when a model memorises; a generalised model leaks nothing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33832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signal = working prototype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069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reconstructions but not yet a clean discriminator — R4 calibration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solved &amp; refinements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7510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45920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Device-safety bug  —  </a:t>
            </a:r>
            <a:pPr indent="0" marL="0">
              <a:buNone/>
            </a:pPr>
            <a:r>
              <a:rPr lang="en-US" sz="15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helper built tensors on CPU while the model was on GPU → made helpers device-aware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325526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255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26080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LiRA cost  —  </a:t>
            </a:r>
            <a:pPr indent="0" marL="0">
              <a:buNone/>
            </a:pPr>
            <a:r>
              <a:rPr lang="en-US" sz="15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 were retrained per model → train once and reuse across all models (~5× faster)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453542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5354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206240"/>
            <a:ext cx="9902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on images  —  </a:t>
            </a:r>
            <a:pPr indent="0" marL="0">
              <a:buNone/>
            </a:pPr>
            <a:r>
              <a:rPr lang="en-US" sz="15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CNNs leak nothing → discovered the overfitting-regime requirement + added a memorisation diagnostic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39312" cy="3383280"/>
          </a:xfrm>
          <a:prstGeom prst="roundRect">
            <a:avLst>
              <a:gd name="adj" fmla="val 2162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363931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Kanishka Mohankumar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57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 — Training &amp; Unlearning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9748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training loop, anchor models, fine-tune unlearning (3 honesty levels)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70248" y="1645920"/>
            <a:ext cx="3639312" cy="3383280"/>
          </a:xfrm>
          <a:prstGeom prst="roundRect">
            <a:avLst>
              <a:gd name="adj" fmla="val 2162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645920"/>
            <a:ext cx="363931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71416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Vignesh Venkatesan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2157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 — Verification &amp; GAN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71416" y="269748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MIA, LiRA, DCGAN + GAN reconstruction signal; owns the thesis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91856" y="1645920"/>
            <a:ext cx="3639312" cy="3383280"/>
          </a:xfrm>
          <a:prstGeom prst="roundRect">
            <a:avLst>
              <a:gd name="adj" fmla="val 2162"/>
            </a:avLst>
          </a:prstGeom>
          <a:solidFill>
            <a:srgbClr val="EEF3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91856" y="1645920"/>
            <a:ext cx="363931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93024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Brijesh T 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2157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 — Harness &amp; Rigour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69748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Config/seeds, single-source split, scoring, failure-matrix driver, methodology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REVIEW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NegGrad, Fisher &amp; SISA unlearning methods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Backdoor-trigger and weight/posterior-distance signals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at scale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runs: more seeds and larger forget 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calibrating the GAN signal (first calibration done)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the full failure matrix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0" y="1828800"/>
            <a:ext cx="3959352" cy="3017520"/>
          </a:xfrm>
          <a:prstGeom prst="roundRect">
            <a:avLst>
              <a:gd name="adj" fmla="val 2424"/>
            </a:avLst>
          </a:prstGeom>
          <a:solidFill>
            <a:srgbClr val="2A3A7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6C2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95528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AI-tool disclosure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5146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(Claude) was used for design guidance, code scaffolding, and debugging. All decisions, understanding, interpretation, and validation are our own — as this review and Q&amp;A demonstrate.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8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 claimed is not unlearning verified.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A93AD"/>
                </a:solidFill>
                <a:latin typeface="Calibri"/>
              </a:rPr>
              <a:t>INTERIM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Cambria"/>
              </a:rPr>
              <a:t>Per-example beats aggregate — the proof</a:t>
            </a:r>
          </a:p>
        </p:txBody>
      </p:sp>
      <p:pic>
        <p:nvPicPr>
          <p:cNvPr id="4" name="Picture 3" descr="purchase100_finetune-lazy_lira_vs_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24" y="1600200"/>
            <a:ext cx="10332720" cy="44960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33421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683"/>
                </a:solidFill>
                <a:latin typeface="Calibri"/>
              </a:rPr>
              <a:t>Lazy (“claimed unlearned”) provider: aggregate MIA calls records forgotten, yet per-example LiRA still flags 29 of them. Left: log-scale ROC (harm lives in the low-FPR tail). Right: per-record exposure — each dot upper-left is a record the average misses.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2026-09-12T09:26:29Z</dcterms:created>
  <dcterms:modified xsi:type="dcterms:W3CDTF">2026-09-12T09:26:29Z</dcterms:modified>
</cp:coreProperties>
</file>